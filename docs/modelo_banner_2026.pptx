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43200625" cx="323992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MxDNYsGuVZjqPCj8pLDZJVxQS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125" y="685800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2143125" y="685800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/>
              <a:buNone/>
              <a:defRPr sz="212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4"/>
            </a:lvl1pPr>
            <a:lvl2pPr lvl="1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7086"/>
            </a:lvl2pPr>
            <a:lvl3pPr lvl="2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sz="6378"/>
            </a:lvl3pPr>
            <a:lvl4pPr lvl="3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4pPr>
            <a:lvl5pPr lvl="4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5pPr>
            <a:lvl6pPr lvl="5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6pPr>
            <a:lvl7pPr lvl="6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7pPr>
            <a:lvl8pPr lvl="7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8pPr>
            <a:lvl9pPr lvl="8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/>
              <a:buNone/>
              <a:defRPr sz="212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4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7086"/>
              <a:buNone/>
              <a:defRPr sz="7086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6378"/>
              <a:buNone/>
              <a:defRPr sz="637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22745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2227452" y="11500169"/>
            <a:ext cx="13769697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16402141" y="11500169"/>
            <a:ext cx="13769697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2231676" y="10590159"/>
            <a:ext cx="13706415" cy="5190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2231676" y="15780234"/>
            <a:ext cx="13706415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3" type="body"/>
          </p:nvPr>
        </p:nvSpPr>
        <p:spPr>
          <a:xfrm>
            <a:off x="16402143" y="10590159"/>
            <a:ext cx="13773917" cy="51900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35" name="Google Shape;35;p7"/>
          <p:cNvSpPr txBox="1"/>
          <p:nvPr>
            <p:ph idx="4" type="body"/>
          </p:nvPr>
        </p:nvSpPr>
        <p:spPr>
          <a:xfrm>
            <a:off x="16402143" y="15780234"/>
            <a:ext cx="13773917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/>
              <a:buNone/>
              <a:defRPr sz="1133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48563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1338"/>
              <a:buChar char="•"/>
              <a:defRPr sz="11338"/>
            </a:lvl1pPr>
            <a:lvl2pPr indent="-858583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9921"/>
              <a:buChar char="•"/>
              <a:defRPr sz="9921"/>
            </a:lvl2pPr>
            <a:lvl3pPr indent="-768604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Char char="•"/>
              <a:defRPr sz="8504"/>
            </a:lvl3pPr>
            <a:lvl4pPr indent="-678561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4pPr>
            <a:lvl5pPr indent="-678561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5pPr>
            <a:lvl6pPr indent="-678561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6pPr>
            <a:lvl7pPr indent="-678561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7pPr>
            <a:lvl8pPr indent="-678561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8pPr>
            <a:lvl9pPr indent="-678561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43" name="Google Shape;43;p10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/>
              <a:buNone/>
              <a:defRPr sz="1133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/>
          <p:nvPr>
            <p:ph idx="2" type="pic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222745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 rot="5400000">
            <a:off x="2494440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 rot="5400000">
            <a:off x="8373519" y="17112257"/>
            <a:ext cx="36610544" cy="698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 rot="5400000">
            <a:off x="-5801169" y="10328656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22745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90"/>
              <a:buFont typeface="Calibri"/>
              <a:buNone/>
              <a:defRPr b="0" i="0" sz="155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227451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58583" lvl="0" marL="457200" marR="0" rtl="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9921"/>
              <a:buFont typeface="Arial"/>
              <a:buChar char="•"/>
              <a:defRPr b="0" i="0" sz="992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8604" lvl="1" marL="914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Font typeface="Arial"/>
              <a:buChar char="•"/>
              <a:defRPr b="0" i="0" sz="85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78561" lvl="2" marL="1371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/>
              <a:buChar char="•"/>
              <a:defRPr b="0" i="0" sz="70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33603" lvl="3" marL="1828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33603" lvl="4" marL="22860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33603" lvl="5" marL="27432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33603" lvl="6" marL="3200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33603" lvl="7" marL="3657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33603" lvl="8" marL="4114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://www.exemplodefigur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8945987" y="310551"/>
            <a:ext cx="22774072" cy="3164169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0047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do projeto: é uma frase resumida, específica e objetiva que apresenta a finalidade da pesquisa realizada, além de conter palavras-chave relacionadas ao tema do projeto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0687770" y="3988194"/>
            <a:ext cx="1442752" cy="461432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12179727" y="3964729"/>
            <a:ext cx="5640133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SOBRENOME, Nome.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8496741" y="3966818"/>
            <a:ext cx="2315409" cy="461432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20940131" y="3942205"/>
            <a:ext cx="42491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SOBRENOME, Nome.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6282034" y="3958830"/>
            <a:ext cx="1135427" cy="461432"/>
          </a:xfrm>
          <a:prstGeom prst="roundRect">
            <a:avLst>
              <a:gd fmla="val 16667" name="adj"/>
            </a:avLst>
          </a:prstGeom>
          <a:solidFill>
            <a:srgbClr val="A5A5A5"/>
          </a:solidFill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27500559" y="3942205"/>
            <a:ext cx="3287271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X° ano MA/TA.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4"/>
          <p:cNvGrpSpPr/>
          <p:nvPr/>
        </p:nvGrpSpPr>
        <p:grpSpPr>
          <a:xfrm>
            <a:off x="556169" y="5243347"/>
            <a:ext cx="15447500" cy="935743"/>
            <a:chOff x="667319" y="5361022"/>
            <a:chExt cx="15447500" cy="935743"/>
          </a:xfrm>
        </p:grpSpPr>
        <p:sp>
          <p:nvSpPr>
            <p:cNvPr id="77" name="Google Shape;77;p4"/>
            <p:cNvSpPr/>
            <p:nvPr/>
          </p:nvSpPr>
          <p:spPr>
            <a:xfrm>
              <a:off x="667319" y="5361022"/>
              <a:ext cx="15447500" cy="935743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 txBox="1"/>
            <p:nvPr/>
          </p:nvSpPr>
          <p:spPr>
            <a:xfrm>
              <a:off x="667325" y="5406025"/>
              <a:ext cx="152907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INTRODUÇÃO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4"/>
          <p:cNvSpPr txBox="1"/>
          <p:nvPr/>
        </p:nvSpPr>
        <p:spPr>
          <a:xfrm>
            <a:off x="581318" y="6589262"/>
            <a:ext cx="15397200" cy="105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introdução do seu banner deve ser curta, diferentemente de uma introdução de artigo ou relatório de pesquisa. Esta deve apresentar a temática principal da pesquisa, as problemáticas relacionadas ao tema escolhido, principais conceituações teóricas necessárias para o entendimento do tema abordado no projeto. Lembre-se de que o banner é um espaço para evidenciar aquilo de mais importante sobre seu projeto. Sendo assim, tome cuidado com a quantidade de textos utilizados e sobrecarga de informações. A habilidade de sintetizar é muito importante ao desenvolver um banner. Se desejar utilizar imagens na introdução, lembre-se de coloca-las na formatação correta, como indicado abaixo. Priorize imagens que realmente sejam úteis no momento da apresentação, não só as use apenas por estética.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015004" y="22870484"/>
            <a:ext cx="15397200" cy="206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problema é elaborado a partir do tema e/ou de uma problemática observada e é uma questão que a pesquisa pretende responder. Todo o processo de pesquisa irá girar em torno de sua solução. O problema é, necessariamente, escrito em forma de pergunta (?).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952316" y="28774680"/>
            <a:ext cx="15397200" cy="228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Hipóteses são suposições colocadas como respostas possíveis e provisórias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problema de pesquisa. As hipóteses são provisórias porque poderão ser confirmadas ou refutadas com o desenvolvimento da pesquisa. Um mesmo problema pode ter mais de uma hipótese.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16659925" y="29683275"/>
            <a:ext cx="15146400" cy="624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espaço é para escrever as considerações finais do projeto. Anteriormente, elencamos aqui que o problema de pesquisa define todo restante da pesquisa, uma vez que a partir da pergunta que se investiga responder, definimos uma hipótese, objetivos, método. Sendo assim, as considerações finais devem responder à pergunta problema inicialmente elencada no banner, além de e</a:t>
            </a: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xplicitar os aspectos mais importantes alcançados pelo projeto, interpretação dos resultados principais e, se necessário, eventuais sugestões de melhoria para futuros projetos.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4"/>
          <p:cNvGrpSpPr/>
          <p:nvPr/>
        </p:nvGrpSpPr>
        <p:grpSpPr>
          <a:xfrm>
            <a:off x="889630" y="21797613"/>
            <a:ext cx="15468372" cy="935700"/>
            <a:chOff x="554519" y="17135112"/>
            <a:chExt cx="15522701" cy="935700"/>
          </a:xfrm>
        </p:grpSpPr>
        <p:sp>
          <p:nvSpPr>
            <p:cNvPr id="84" name="Google Shape;84;p4"/>
            <p:cNvSpPr/>
            <p:nvPr/>
          </p:nvSpPr>
          <p:spPr>
            <a:xfrm>
              <a:off x="629920" y="17135112"/>
              <a:ext cx="15447300" cy="935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4"/>
            <p:cNvSpPr txBox="1"/>
            <p:nvPr/>
          </p:nvSpPr>
          <p:spPr>
            <a:xfrm>
              <a:off x="554519" y="17240745"/>
              <a:ext cx="153972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PROBLEMA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4"/>
          <p:cNvGrpSpPr/>
          <p:nvPr/>
        </p:nvGrpSpPr>
        <p:grpSpPr>
          <a:xfrm>
            <a:off x="767729" y="27688040"/>
            <a:ext cx="15569190" cy="935700"/>
            <a:chOff x="495329" y="20442815"/>
            <a:chExt cx="15569190" cy="935700"/>
          </a:xfrm>
        </p:grpSpPr>
        <p:sp>
          <p:nvSpPr>
            <p:cNvPr id="87" name="Google Shape;87;p4"/>
            <p:cNvSpPr/>
            <p:nvPr/>
          </p:nvSpPr>
          <p:spPr>
            <a:xfrm>
              <a:off x="667319" y="20442815"/>
              <a:ext cx="15397200" cy="935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4"/>
            <p:cNvSpPr txBox="1"/>
            <p:nvPr/>
          </p:nvSpPr>
          <p:spPr>
            <a:xfrm>
              <a:off x="495329" y="20518115"/>
              <a:ext cx="153972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HIPÓTESE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4"/>
          <p:cNvGrpSpPr/>
          <p:nvPr/>
        </p:nvGrpSpPr>
        <p:grpSpPr>
          <a:xfrm>
            <a:off x="648525" y="34356013"/>
            <a:ext cx="15447394" cy="935700"/>
            <a:chOff x="617125" y="24076313"/>
            <a:chExt cx="15447394" cy="935700"/>
          </a:xfrm>
        </p:grpSpPr>
        <p:sp>
          <p:nvSpPr>
            <p:cNvPr id="90" name="Google Shape;90;p4"/>
            <p:cNvSpPr/>
            <p:nvPr/>
          </p:nvSpPr>
          <p:spPr>
            <a:xfrm>
              <a:off x="667318" y="24076313"/>
              <a:ext cx="15397201" cy="935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 txBox="1"/>
            <p:nvPr/>
          </p:nvSpPr>
          <p:spPr>
            <a:xfrm>
              <a:off x="617125" y="24151600"/>
              <a:ext cx="153219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OBJETIVOS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92;p4"/>
          <p:cNvGrpSpPr/>
          <p:nvPr/>
        </p:nvGrpSpPr>
        <p:grpSpPr>
          <a:xfrm>
            <a:off x="16820686" y="20223136"/>
            <a:ext cx="15318812" cy="935700"/>
            <a:chOff x="16516511" y="5355748"/>
            <a:chExt cx="15318812" cy="935700"/>
          </a:xfrm>
        </p:grpSpPr>
        <p:sp>
          <p:nvSpPr>
            <p:cNvPr id="93" name="Google Shape;93;p4"/>
            <p:cNvSpPr/>
            <p:nvPr/>
          </p:nvSpPr>
          <p:spPr>
            <a:xfrm>
              <a:off x="16516511" y="5355748"/>
              <a:ext cx="15318812" cy="935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16640375" y="5431050"/>
              <a:ext cx="149076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RESULTADOS E DISCUSSÃO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16523141" y="28602520"/>
            <a:ext cx="15290682" cy="935700"/>
            <a:chOff x="16544641" y="23291620"/>
            <a:chExt cx="15290682" cy="935700"/>
          </a:xfrm>
        </p:grpSpPr>
        <p:sp>
          <p:nvSpPr>
            <p:cNvPr id="96" name="Google Shape;96;p4"/>
            <p:cNvSpPr/>
            <p:nvPr/>
          </p:nvSpPr>
          <p:spPr>
            <a:xfrm>
              <a:off x="16544641" y="23291620"/>
              <a:ext cx="15290682" cy="935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16976559" y="23374377"/>
              <a:ext cx="147435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CONSIDERAÇÕES FINAIS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4"/>
          <p:cNvGrpSpPr/>
          <p:nvPr/>
        </p:nvGrpSpPr>
        <p:grpSpPr>
          <a:xfrm>
            <a:off x="16424154" y="5249489"/>
            <a:ext cx="15531660" cy="935700"/>
            <a:chOff x="532979" y="30553739"/>
            <a:chExt cx="15531660" cy="935700"/>
          </a:xfrm>
        </p:grpSpPr>
        <p:sp>
          <p:nvSpPr>
            <p:cNvPr id="99" name="Google Shape;99;p4"/>
            <p:cNvSpPr/>
            <p:nvPr/>
          </p:nvSpPr>
          <p:spPr>
            <a:xfrm>
              <a:off x="596639" y="30553739"/>
              <a:ext cx="15468000" cy="9357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4"/>
            <p:cNvSpPr txBox="1"/>
            <p:nvPr/>
          </p:nvSpPr>
          <p:spPr>
            <a:xfrm>
              <a:off x="532979" y="30629047"/>
              <a:ext cx="153219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MATERIA</a:t>
              </a:r>
              <a:r>
                <a:rPr b="1" lang="pt-BR" sz="4500">
                  <a:solidFill>
                    <a:schemeClr val="lt1"/>
                  </a:solidFill>
                </a:rPr>
                <a:t>L </a:t>
              </a: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 MÉTODOS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4"/>
          <p:cNvGrpSpPr/>
          <p:nvPr/>
        </p:nvGrpSpPr>
        <p:grpSpPr>
          <a:xfrm>
            <a:off x="16544654" y="36623376"/>
            <a:ext cx="15290681" cy="852800"/>
            <a:chOff x="16544641" y="32726251"/>
            <a:chExt cx="15290681" cy="852800"/>
          </a:xfrm>
        </p:grpSpPr>
        <p:sp>
          <p:nvSpPr>
            <p:cNvPr id="102" name="Google Shape;102;p4"/>
            <p:cNvSpPr/>
            <p:nvPr/>
          </p:nvSpPr>
          <p:spPr>
            <a:xfrm>
              <a:off x="16544641" y="32726251"/>
              <a:ext cx="15290681" cy="8528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0047B0">
                <a:alpha val="8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4"/>
            <p:cNvSpPr txBox="1"/>
            <p:nvPr/>
          </p:nvSpPr>
          <p:spPr>
            <a:xfrm>
              <a:off x="17091822" y="32734376"/>
              <a:ext cx="14743500" cy="7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00"/>
                <a:buFont typeface="Arial"/>
                <a:buNone/>
              </a:pPr>
              <a:r>
                <a:rPr b="1" i="0" lang="pt-BR" sz="4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4"/>
          <p:cNvSpPr/>
          <p:nvPr/>
        </p:nvSpPr>
        <p:spPr>
          <a:xfrm>
            <a:off x="16659925" y="37476175"/>
            <a:ext cx="15017100" cy="449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referências deverão seguir as normas da ABNT e aqui deverão constar as principais referências do projeto. Se caso algum autor for citado ao longo das outras sessões do banner, este deve ser mencionado na listagem final de referências.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0687770" y="3942205"/>
            <a:ext cx="1662435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8496741" y="3942205"/>
            <a:ext cx="244339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Orientador: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26312014" y="3942205"/>
            <a:ext cx="1225553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Série: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1117812" y="3954443"/>
            <a:ext cx="7884804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Colégio Interativa de Londrina, Paraná.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711316" y="35481485"/>
            <a:ext cx="15397200" cy="511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Geral: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Escrito com um verbo no infinitivo + complemento, deve indicar o que os autores 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estudo pretendem desenvolver com sua pesquisa, quais resultados e quais contribuições serão alcançados de maneira geral. 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objetivos específicos são decompostos do objetivo geral;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Descrevem o que o pesquisador precisa ser capaz de fazer para alcançar o objetivo geral descrito.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1895" y="15404179"/>
            <a:ext cx="3260054" cy="3287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5805430" y="15034847"/>
            <a:ext cx="344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Figura 1 – Exemplo de figura.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725880" y="18673254"/>
            <a:ext cx="367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</a:t>
            </a:r>
            <a:r>
              <a:rPr b="0" i="0" lang="pt-B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www.exemplodefigura.com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6486795" y="6427754"/>
            <a:ext cx="15383100" cy="964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20929877" y="7959939"/>
            <a:ext cx="839700" cy="0"/>
          </a:xfrm>
          <a:prstGeom prst="straightConnector1">
            <a:avLst/>
          </a:prstGeom>
          <a:noFill/>
          <a:ln cap="flat" cmpd="sng" w="76200">
            <a:solidFill>
              <a:srgbClr val="0066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4"/>
          <p:cNvSpPr/>
          <p:nvPr/>
        </p:nvSpPr>
        <p:spPr>
          <a:xfrm>
            <a:off x="22395688" y="6779757"/>
            <a:ext cx="3454200" cy="221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F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 é uma pesquisa da área de humanas, biológicas, engenharias...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6987475" y="6779757"/>
            <a:ext cx="3454200" cy="221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F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Independentemente do método escolhido para sua pesquisa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26439201" y="7934214"/>
            <a:ext cx="839700" cy="0"/>
          </a:xfrm>
          <a:prstGeom prst="straightConnector1">
            <a:avLst/>
          </a:prstGeom>
          <a:noFill/>
          <a:ln cap="flat" cmpd="sng" w="76200">
            <a:solidFill>
              <a:srgbClr val="0066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4"/>
          <p:cNvSpPr/>
          <p:nvPr/>
        </p:nvSpPr>
        <p:spPr>
          <a:xfrm>
            <a:off x="27868134" y="6837412"/>
            <a:ext cx="3454200" cy="221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F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 sua metodologia, no banner, em forma de fluxograma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7001034" y="21562428"/>
            <a:ext cx="14334900" cy="1553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resultados também precisam ser expostos de maneira mais visual! Use imagens, gráficos, tabelas, diagramas... também pode utilizar textos, mas cuidado com o excesso deles!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7055758" y="9524085"/>
            <a:ext cx="14334900" cy="121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imagens, setas e formas para expor seu método da melhor forma, sem utilizar muitos textos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2023-09-04T17:44:14Z</dcterms:created>
  <dc:creator>Leopoldo Peron</dc:creator>
</cp:coreProperties>
</file>